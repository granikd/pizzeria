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9" r:id="rId4"/>
    <p:sldId id="257" r:id="rId5"/>
    <p:sldId id="258" r:id="rId6"/>
    <p:sldId id="260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912745" y="937895"/>
            <a:ext cx="6366510" cy="1182370"/>
          </a:xfrm>
        </p:spPr>
        <p:txBody>
          <a:bodyPr>
            <a:normAutofit fontScale="90000"/>
          </a:bodyPr>
          <a:p>
            <a:r>
              <a:rPr lang="ru-RU" altLang="en-US">
                <a:highlight>
                  <a:srgbClr val="FFFF00"/>
                </a:highlight>
              </a:rPr>
              <a:t>Проект пиццерии</a:t>
            </a:r>
            <a:endParaRPr lang="ru-RU" altLang="en-US">
              <a:highlight>
                <a:srgbClr val="FFFF00"/>
              </a:highligh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768090"/>
            <a:ext cx="8304530" cy="3018790"/>
          </a:xfrm>
        </p:spPr>
        <p:txBody>
          <a:bodyPr/>
          <a:p>
            <a:endParaRPr lang="ru-RU" altLang="en-US"/>
          </a:p>
          <a:p>
            <a:endParaRPr lang="ru-RU" altLang="en-US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7665" y="2827655"/>
            <a:ext cx="3609340" cy="33540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Кто работал</a:t>
            </a:r>
            <a:r>
              <a:rPr lang="en-US" altLang="ru-RU"/>
              <a:t>: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4016375" cy="1337310"/>
          </a:xfrm>
        </p:spPr>
        <p:txBody>
          <a:bodyPr>
            <a:normAutofit lnSpcReduction="20000"/>
          </a:bodyPr>
          <a:p>
            <a:r>
              <a:rPr lang="ru-RU" altLang="en-US">
                <a:solidFill>
                  <a:schemeClr val="tx1"/>
                </a:solidFill>
                <a:sym typeface="+mn-ea"/>
              </a:rPr>
              <a:t>Пиминов Аркадий(90%)- </a:t>
            </a:r>
            <a:endParaRPr lang="ru-RU" altLang="en-US">
              <a:solidFill>
                <a:schemeClr val="tx1"/>
              </a:solidFill>
              <a:sym typeface="+mn-ea"/>
            </a:endParaRPr>
          </a:p>
          <a:p>
            <a:r>
              <a:rPr lang="ru-RU" altLang="en-US">
                <a:solidFill>
                  <a:schemeClr val="tx1"/>
                </a:solidFill>
                <a:sym typeface="+mn-ea"/>
              </a:rPr>
              <a:t>почти вся структура, гитхаб и презентация </a:t>
            </a:r>
            <a:endParaRPr lang="ru-RU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47700" y="3093720"/>
            <a:ext cx="4037965" cy="787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2400">
                <a:latin typeface="Calibri Light" panose="020F0302020204030204" pitchFamily="34" charset="0"/>
                <a:cs typeface="Calibri Light" panose="020F0302020204030204" pitchFamily="34" charset="0"/>
              </a:rPr>
              <a:t>DeepSeek(10%)-</a:t>
            </a:r>
            <a:r>
              <a:rPr lang="ru-RU" altLang="en-US" sz="240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сохранение заказа и пользователя в бд</a:t>
            </a:r>
            <a:endParaRPr lang="ru-RU" altLang="en-US" sz="24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altLang="ru-RU" sz="2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4740" y="1148715"/>
            <a:ext cx="4314825" cy="4314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Цель</a:t>
            </a:r>
            <a:r>
              <a:rPr lang="en-US"/>
              <a:t>:</a:t>
            </a:r>
            <a:endParaRPr 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>
                <a:solidFill>
                  <a:schemeClr val="tx1"/>
                </a:solidFill>
              </a:rPr>
              <a:t>Цель проекта</a:t>
            </a:r>
            <a:r>
              <a:rPr lang="en-US" altLang="en-US">
                <a:solidFill>
                  <a:schemeClr val="tx1"/>
                </a:solidFill>
              </a:rPr>
              <a:t>:</a:t>
            </a:r>
            <a:r>
              <a:rPr lang="ru-RU" altLang="en-US">
                <a:solidFill>
                  <a:schemeClr val="tx1"/>
                </a:solidFill>
              </a:rPr>
              <a:t> научится работать с бд и регулярными выражениями, также развлечение</a:t>
            </a:r>
            <a:endParaRPr lang="ru-RU" altLang="en-US">
              <a:solidFill>
                <a:schemeClr val="tx1"/>
              </a:solidFill>
            </a:endParaRPr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4550" y="2832100"/>
            <a:ext cx="522922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Структура</a:t>
            </a:r>
            <a:r>
              <a:rPr lang="en-US" altLang="en-US"/>
              <a:t>: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752975"/>
          </a:xfrm>
        </p:spPr>
        <p:txBody>
          <a:bodyPr>
            <a:normAutofit lnSpcReduction="10000"/>
          </a:bodyPr>
          <a:p>
            <a:r>
              <a:rPr lang="ru-RU" altLang="en-US">
                <a:solidFill>
                  <a:schemeClr val="tx1"/>
                </a:solidFill>
              </a:rPr>
              <a:t>1. Приветствуем пользователя нашим названием пиццерии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2. Запрашиваем имя пользователя </a:t>
            </a:r>
            <a:br>
              <a:rPr lang="ru-RU" altLang="en-US">
                <a:solidFill>
                  <a:schemeClr val="tx1"/>
                </a:solidFill>
              </a:rPr>
            </a:br>
            <a:r>
              <a:rPr lang="ru-RU" altLang="en-US">
                <a:solidFill>
                  <a:schemeClr val="tx1"/>
                </a:solidFill>
              </a:rPr>
              <a:t>3. Здароваемся с пользователем 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4.  Запрашиваем дату рождения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5. Запрашиваем телефон пользователя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6. Выводим данные пользователя после регистрации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ru-RU" altLang="ru-RU">
                <a:solidFill>
                  <a:schemeClr val="tx1"/>
                </a:solidFill>
              </a:rPr>
              <a:t>и сохраняем их в бд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7. Выводим меню в соответствии с возрастом(у людей младше 18     нет доступа к большим порциям)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8. Пользователь совершает заказ</a:t>
            </a:r>
            <a:br>
              <a:rPr lang="ru-RU" altLang="en-US">
                <a:solidFill>
                  <a:schemeClr val="tx1"/>
                </a:solidFill>
              </a:rPr>
            </a:br>
            <a:r>
              <a:rPr lang="ru-RU" altLang="en-US">
                <a:solidFill>
                  <a:schemeClr val="tx1"/>
                </a:solidFill>
              </a:rPr>
              <a:t>9. Выводим чек</a:t>
            </a:r>
            <a:endParaRPr lang="ru-RU" altLang="en-US">
              <a:solidFill>
                <a:schemeClr val="tx1"/>
              </a:solidFill>
            </a:endParaRPr>
          </a:p>
          <a:p>
            <a:endParaRPr lang="ru-RU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1180" y="83820"/>
            <a:ext cx="3030220" cy="1308100"/>
          </a:xfrm>
        </p:spPr>
        <p:txBody>
          <a:bodyPr/>
          <a:p>
            <a:r>
              <a:rPr lang="ru-RU" altLang="en-US"/>
              <a:t>Блок схема</a:t>
            </a:r>
            <a:r>
              <a:rPr lang="en-US" altLang="en-US"/>
              <a:t>:</a:t>
            </a:r>
            <a:endParaRPr lang="en-US" altLang="en-US"/>
          </a:p>
        </p:txBody>
      </p:sp>
      <p:pic>
        <p:nvPicPr>
          <p:cNvPr id="10" name="Замещающее содержимое 9" descr="Неназванный документ (3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46805" y="554355"/>
            <a:ext cx="4787265" cy="6177915"/>
          </a:xfrm>
          <a:prstGeom prst="rect">
            <a:avLst/>
          </a:prstGeom>
        </p:spPr>
      </p:pic>
      <p:sp>
        <p:nvSpPr>
          <p:cNvPr id="11" name="Текстовое поле 10"/>
          <p:cNvSpPr txBox="1"/>
          <p:nvPr/>
        </p:nvSpPr>
        <p:spPr>
          <a:xfrm>
            <a:off x="1443355" y="5828665"/>
            <a:ext cx="2203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600"/>
              <a:t>блок схема создавалась на сайте</a:t>
            </a:r>
            <a:r>
              <a:rPr lang="en-US" altLang="en-US" sz="1600"/>
              <a:t> boardmix.com</a:t>
            </a:r>
            <a:endParaRPr lang="en-US" alt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</Words>
  <Application>WPS Presentation</Application>
  <PresentationFormat>宽屏</PresentationFormat>
  <Paragraphs>34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Я подготовил проект пиццерии!!!</vt:lpstr>
      <vt:lpstr>PowerPoint 演示文稿</vt:lpstr>
      <vt:lpstr>В этом проекте:</vt:lpstr>
      <vt:lpstr>Структура: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GranikD</cp:lastModifiedBy>
  <cp:revision>8</cp:revision>
  <dcterms:created xsi:type="dcterms:W3CDTF">2025-07-23T00:59:00Z</dcterms:created>
  <dcterms:modified xsi:type="dcterms:W3CDTF">2025-11-29T07:33:03Z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E9570D2E314C4FE9B5D2497FAA2293AB_13</vt:lpwstr>
  </property>
</Properties>
</file>